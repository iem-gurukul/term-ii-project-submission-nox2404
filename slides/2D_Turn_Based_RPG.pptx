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11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5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2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8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49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3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2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7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47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96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3533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50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94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12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2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00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-400049"/>
            <a:ext cx="6620968" cy="5177432"/>
          </a:xfrm>
        </p:spPr>
        <p:txBody>
          <a:bodyPr/>
          <a:lstStyle/>
          <a:p>
            <a:r>
              <a:rPr sz="6000" dirty="0">
                <a:latin typeface="Bahnschrift" panose="020B0502040204020203" pitchFamily="34" charset="0"/>
              </a:rPr>
              <a:t>2D Turn-Based RPG: A Java OOP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Shiladitya mandal </a:t>
            </a:r>
            <a:r>
              <a:rPr lang="en-US" dirty="0" err="1"/>
              <a:t>cse</a:t>
            </a:r>
            <a:r>
              <a:rPr lang="en-US" dirty="0"/>
              <a:t>(</a:t>
            </a:r>
            <a:r>
              <a:rPr lang="en-US" dirty="0" err="1"/>
              <a:t>iotcsbt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68496"/>
          </a:xfrm>
        </p:spPr>
        <p:txBody>
          <a:bodyPr>
            <a:normAutofit/>
          </a:bodyPr>
          <a:lstStyle/>
          <a:p>
            <a:r>
              <a:rPr dirty="0"/>
              <a:t>Objective:</a:t>
            </a:r>
          </a:p>
          <a:p>
            <a:r>
              <a:rPr dirty="0"/>
              <a:t>Develop a fully functional turn-based 2D RPG using core Java, focusing on modular and scalable design.</a:t>
            </a:r>
          </a:p>
          <a:p>
            <a:endParaRPr dirty="0"/>
          </a:p>
          <a:p>
            <a:r>
              <a:rPr dirty="0"/>
              <a:t>Key Features:</a:t>
            </a:r>
          </a:p>
          <a:p>
            <a:r>
              <a:rPr dirty="0"/>
              <a:t>• Custom-built GUI with original art assets for immersive gameplay</a:t>
            </a:r>
          </a:p>
          <a:p>
            <a:r>
              <a:rPr dirty="0"/>
              <a:t>• Dynamic enemy spawning with adaptive combat loops</a:t>
            </a:r>
          </a:p>
          <a:p>
            <a:r>
              <a:rPr dirty="0"/>
              <a:t>• Advanced stat tracking and inventory system for player progression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Encapsulation:</a:t>
            </a:r>
          </a:p>
          <a:p>
            <a:r>
              <a:t>Each entity (Player, Enemy, Weapon, Potion) manages its own attributes and behaviors independently.</a:t>
            </a:r>
          </a:p>
          <a:p>
            <a:endParaRPr/>
          </a:p>
          <a:p>
            <a:r>
              <a:t>Inheritance &amp; Polymorphism:</a:t>
            </a:r>
          </a:p>
          <a:p>
            <a:r>
              <a:t>Base classes define shared combat mechanics, allowing flexible extension of new enemy types and abilities without rewriting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Management &amp;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169663"/>
          </a:xfrm>
        </p:spPr>
        <p:txBody>
          <a:bodyPr>
            <a:normAutofit/>
          </a:bodyPr>
          <a:lstStyle/>
          <a:p>
            <a:r>
              <a:rPr dirty="0"/>
              <a:t>Java Collections Framework:</a:t>
            </a:r>
          </a:p>
          <a:p>
            <a:r>
              <a:rPr dirty="0"/>
              <a:t>Acts as the backbone of runtime data handling.</a:t>
            </a:r>
          </a:p>
          <a:p>
            <a:endParaRPr dirty="0"/>
          </a:p>
          <a:p>
            <a:r>
              <a:rPr dirty="0"/>
              <a:t>HashMap Usage:</a:t>
            </a:r>
          </a:p>
          <a:p>
            <a:r>
              <a:rPr dirty="0"/>
              <a:t>Efficient storage and retrieval of entities, items, and combat states.</a:t>
            </a:r>
          </a:p>
          <a:p>
            <a:endParaRPr dirty="0"/>
          </a:p>
          <a:p>
            <a:r>
              <a:rPr dirty="0"/>
              <a:t>Performance:</a:t>
            </a:r>
          </a:p>
          <a:p>
            <a:r>
              <a:rPr dirty="0"/>
              <a:t>Constant-time O(1) access ensures seamless gameplay without lag during intensive combat scenarios.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Spawning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Dynamic Spawning System:</a:t>
            </a:r>
          </a:p>
          <a:p>
            <a:r>
              <a:t>Enemies are generated procedurally for each encounter.</a:t>
            </a:r>
          </a:p>
          <a:p>
            <a:endParaRPr/>
          </a:p>
          <a:p>
            <a:r>
              <a:t>Mechanism:</a:t>
            </a:r>
          </a:p>
          <a:p>
            <a:r>
              <a:t>• Selects from predefined enemy templates</a:t>
            </a:r>
          </a:p>
          <a:p>
            <a:r>
              <a:t>• Applies randomized stat modifiers (+/-10%)</a:t>
            </a:r>
          </a:p>
          <a:p>
            <a:r>
              <a:t>• Injects variety into each battle instance</a:t>
            </a:r>
          </a:p>
          <a:p>
            <a:endParaRPr/>
          </a:p>
          <a:p>
            <a:r>
              <a:t>Result:</a:t>
            </a:r>
          </a:p>
          <a:p>
            <a:r>
              <a:t>No two encounters feel identical, enhancing replayability.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Graphical User Interface (GUI)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206240"/>
          </a:xfrm>
        </p:spPr>
        <p:txBody>
          <a:bodyPr>
            <a:normAutofit/>
          </a:bodyPr>
          <a:lstStyle/>
          <a:p>
            <a:r>
              <a:rPr dirty="0"/>
              <a:t>GUI Framework:</a:t>
            </a:r>
          </a:p>
          <a:p>
            <a:r>
              <a:rPr dirty="0"/>
              <a:t>Developed using Java Swing and AWT libraries.</a:t>
            </a:r>
          </a:p>
          <a:p>
            <a:endParaRPr dirty="0"/>
          </a:p>
          <a:p>
            <a:r>
              <a:rPr dirty="0"/>
              <a:t>Event Handling:</a:t>
            </a:r>
          </a:p>
          <a:p>
            <a:r>
              <a:rPr dirty="0"/>
              <a:t>User actions (Attack, Heal, Flee) are captured via </a:t>
            </a:r>
            <a:r>
              <a:rPr dirty="0" err="1"/>
              <a:t>ActionListeners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Game Flow:</a:t>
            </a:r>
          </a:p>
          <a:p>
            <a:r>
              <a:rPr dirty="0"/>
              <a:t>Each input triggers backend logic, updating game state and visuals dynamically.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Future Enhancements: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HashSet integration for tracking unique discoveries and achievements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Robust exception handling for save/load system reliability</a:t>
            </a:r>
          </a:p>
          <a:p>
            <a:pPr marL="0" indent="0">
              <a:buNone/>
            </a:pPr>
            <a:r>
              <a:rPr lang="en-US" dirty="0"/>
              <a:t>	• Potential expansion into multiplayer or network-based gameplay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This project demonstrates the practical implementation of core Java concepts including OOP, data structures, and event-driven programming.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</TotalTime>
  <Words>323</Words>
  <Application>Microsoft Office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Bahnschrift</vt:lpstr>
      <vt:lpstr>Century Gothic</vt:lpstr>
      <vt:lpstr>Wingdings 3</vt:lpstr>
      <vt:lpstr>Ion</vt:lpstr>
      <vt:lpstr>2D Turn-Based RPG: A Java OOP Implementation</vt:lpstr>
      <vt:lpstr>Project Overview</vt:lpstr>
      <vt:lpstr>Core Architecture (OOP)</vt:lpstr>
      <vt:lpstr>Data Management &amp; Collections</vt:lpstr>
      <vt:lpstr>Dynamic Spawning Logic</vt:lpstr>
      <vt:lpstr>Graphical User Interface (GUI)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Shiladitya Mandal</dc:creator>
  <cp:keywords/>
  <dc:description>generated using python-pptx</dc:description>
  <cp:lastModifiedBy>Shiladitya Mandal</cp:lastModifiedBy>
  <cp:revision>2</cp:revision>
  <dcterms:created xsi:type="dcterms:W3CDTF">2013-01-27T09:14:16Z</dcterms:created>
  <dcterms:modified xsi:type="dcterms:W3CDTF">2026-03-29T17:51:20Z</dcterms:modified>
  <cp:category/>
</cp:coreProperties>
</file>